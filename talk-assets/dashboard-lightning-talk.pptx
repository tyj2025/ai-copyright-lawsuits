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143000"/>
            <a:ext cx="2286000" cy="73152"/>
          </a:xfrm>
          <a:prstGeom prst="rect">
            <a:avLst/>
          </a:prstGeom>
          <a:solidFill>
            <a:srgbClr val="D85E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律師寫不出程式，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但可以寫出系統。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我如何用 AI 協作，蓋一座每天 07:07 自動更新的全球 AI 著作權訴訟雷達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LIGHTNING TALK  ·  AI COPYRIGHT LAWSUITS WORLDWIDE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2286000" cy="0"/>
          </a:xfrm>
          <a:prstGeom prst="line">
            <a:avLst/>
          </a:prstGeom>
          <a:noFill/>
          <a:ln w="9525">
            <a:solidFill>
              <a:srgbClr val="D5C9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蔡毓貞 律師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2026.05  ·  tyj2025.github.io/ai-copyright-lawsuits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01  ·  WHY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100+ 件全球訴訟，人腦追不動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為什麼我需要為自己蓋一座訴訟雷達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案件爆增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34640" y="1828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Bartz、Kadrey、NYT、Disney／Midjourney⋯⋯  2 年內超過 100 件，且持續加速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0"/>
          </a:xfrm>
          <a:prstGeom prst="line">
            <a:avLst/>
          </a:prstGeom>
          <a:noFill/>
          <a:ln w="6350">
            <a:solidFill>
              <a:srgbClr val="E8D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訊息分散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34640" y="25146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法院 docket、Law360、推特、Authors Alliance 部落格——沒有單一窗口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6350">
            <a:solidFill>
              <a:srgbClr val="E8DF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時效壓力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34640" y="32004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客戶今天問就要今天答得出；隔夜的答案已經過時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6350">
            <a:solidFill>
              <a:srgbClr val="E8DF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862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886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助理瓶頸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34640" y="38862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人工每日搜尋 = 每天 2 小時固定成本，且容易遺漏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6350">
            <a:solidFill>
              <a:srgbClr val="E8DF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22" name="Image 0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02  · 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三個子系統，各司其職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Daily Brief × Cases Tracker ×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D85E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每日快訊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DAILY BRIEF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07:07 launchd 觸發 → Claude WebSearch 過去 24 小時全球新聞 → 自動 Edit dashboard.html 的 newsItems 陣列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87452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3F6B5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案件追蹤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37560" y="26060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CASES TRACKER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063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100+ 件美國案件 metadata；CourtListener API 抓 docket → 比對 dashboard 卡片 → 每案一檔 markdown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6B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公開儀表板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260604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B6B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063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單檔 HTML 嵌入所有資料；watcher 監控 dashboard.html 變動 → 自動 git commit/push 到 GitHub Pages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21" name="Image 0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02-B  ·  ANATOMY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頁面解構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408 KB · 7,784 行 · 零 framework · 零後端 · 零 build step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005840" cy="365760"/>
          </a:xfrm>
          <a:prstGeom prst="roundRect">
            <a:avLst>
              <a:gd name="adj" fmla="val 15000"/>
            </a:avLst>
          </a:prstGeom>
          <a:solidFill>
            <a:srgbClr val="6B6B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745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08760" y="1828800"/>
            <a:ext cx="71780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1883664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&lt;head&gt; · &lt;body&gt;  ─  5 個視圖 + 3 個 modal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005840" cy="566928"/>
          </a:xfrm>
          <a:prstGeom prst="roundRect">
            <a:avLst>
              <a:gd name="adj" fmla="val 9677"/>
            </a:avLst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5237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樣式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08760" y="2240280"/>
            <a:ext cx="71780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295144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1,642 行 &lt;style&gt;  ─  深淺色模式 · 響應式設計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45920" y="2624328"/>
            <a:ext cx="699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全部內嵌，0 個 CSS 框架（沒有 Tailwind / Bootstrap）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52928"/>
            <a:ext cx="1005840" cy="713232"/>
          </a:xfrm>
          <a:prstGeom prst="roundRect">
            <a:avLst>
              <a:gd name="adj" fmla="val 7692"/>
            </a:avLst>
          </a:prstGeom>
          <a:solidFill>
            <a:srgbClr val="D85E3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986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32095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08760" y="2852928"/>
            <a:ext cx="71780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2907792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5,928 行 vanilla &lt;script&gt;  ─  render / filter / sort / compare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3236976"/>
            <a:ext cx="6995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renderCaseList · switchView · toggleDarkMode · openCompare（0 個 npm 套件）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1005840" cy="960120"/>
          </a:xfrm>
          <a:prstGeom prst="roundRect">
            <a:avLst>
              <a:gd name="adj" fmla="val 5714"/>
            </a:avLst>
          </a:prstGeom>
          <a:solidFill>
            <a:srgbClr val="3F6B5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657600"/>
            <a:ext cx="10058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091940"/>
            <a:ext cx="10058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08760" y="3611880"/>
            <a:ext cx="7178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3666744"/>
            <a:ext cx="6995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嵌入式 const 陣列  ─  約佔檔案 50%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45920" y="399592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cases (134) · fairUseCases · newsItems · newsArchive (15) · timeline · reports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29" name="Image 0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03  ·  DAILY BRIEF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07:07 的「無人值守決策」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launchd  →  claude -p  →  WebSearch  →  Edit dashboard.html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85E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launchd 排程器叫醒 daily-brief.sh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85E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餵 prompt.md 給 claude -p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85E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自主 WebSearch 24h 新聞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85E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判斷有無新增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85E3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push 由 watcher 接手</a:t>
            </a:r>
            <a:endParaRPr lang="en-US" sz="1200" dirty="0"/>
          </a:p>
        </p:txBody>
      </p:sp>
      <p:pic>
        <p:nvPicPr>
          <p:cNvPr id="20" name="Image 0" descr="/sessions/eager-affectionate-cray/mnt/AI Copyright Lawsuits Worldwide/talk-assets/demo-1-daily-brief-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691640"/>
            <a:ext cx="4937760" cy="1508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840480" y="32186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今早 07:07 自動執行的真實 log（tail -20）</a:t>
            </a:r>
            <a:endParaRPr lang="en-US" sz="1000" dirty="0"/>
          </a:p>
        </p:txBody>
      </p:sp>
      <p:pic>
        <p:nvPicPr>
          <p:cNvPr id="22" name="Image 1" descr="/sessions/eager-affectionate-cray/mnt/AI Copyright Lawsuits Worldwide/talk-assets/demo-2-prompt-m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3456432"/>
            <a:ext cx="4937760" cy="10058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840480" y="4480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Claude 的工作交辦書（prompt.md 前 40 行）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25" name="Image 2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04  ·  CASES TRACKER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件案件，逐案存檔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CourtListener API + manifest + 比對腳本三件套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91440" cy="914400"/>
          </a:xfrm>
          <a:prstGeom prst="rect">
            <a:avLst/>
          </a:prstGeom>
          <a:solidFill>
            <a:srgbClr val="D85E3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92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MANIFEST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scripts/cases_manifest.json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案的 case_id ↔ CourtListener docket_id 對照表。Single source of truth — 加新案只要新增一筆。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88920"/>
            <a:ext cx="91440" cy="914400"/>
          </a:xfrm>
          <a:prstGeom prst="rect">
            <a:avLst/>
          </a:prstGeom>
          <a:solidFill>
            <a:srgbClr val="3F6B5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4E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FETCH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fetch_courtlistener_docket.py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CourtListener API 抓 docket entries，過濾掉 pro hac vice、disclosure 等程序性 entries，只留實質動態。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94760"/>
            <a:ext cx="91440" cy="9144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04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4A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RECONCILE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case-NNN_&lt;docket&gt;_&lt;slug&gt;.md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每案一檔 markdown：CourtListener docket metadata + Dashboard 卡片比對結果（自動標 ✅／⚠️）+ 最新 entries。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21" name="Image 0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05  ·  TWO AGENTS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為什麼要兩個 launchd Agent？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改檔、讓系統推 git ── 紅線清楚，不互踩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D85E3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Daily Brief Agent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com.tyj.ai-copyright-brief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 07:07 觸發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WebSearch + Edit dashboard.html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紅線：不准自己下 git 指令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出錯也只壞它一個，不會牽動部署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3F6B5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7830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Auto-push Watcher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63440" y="251460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6350">
            <a:solidFill>
              <a:srgbClr val="E8DF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F6B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com.tyj.dashboard-autopush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WatchPaths 偵測檔案變動即觸發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add → commit → push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小時 safety net 排程兜底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ThrottleInterval 60s 防 editor save 風暴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16" name="Image 0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CHAPTER 06  ·  LAWYER ×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律師 × AI 協作的分工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不是「外包」，是「翻譯」——把律師的工作方法翻譯成系統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分工面向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2743200" cy="411480"/>
          </a:xfrm>
          <a:prstGeom prst="rect">
            <a:avLst/>
          </a:prstGeom>
          <a:solidFill>
            <a:srgbClr val="D85E3D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我（律師）做的事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783080"/>
            <a:ext cx="2743200" cy="411480"/>
          </a:xfrm>
          <a:prstGeom prst="rect">
            <a:avLst/>
          </a:prstGeom>
          <a:solidFill>
            <a:srgbClr val="3F6B5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做的事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7432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需求定義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2194560"/>
            <a:ext cx="27432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「07:07 自動更新」「無人值守」「8 條上限」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194560"/>
            <a:ext cx="27432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翻譯成 launchd plist、prompt.md、bash 邏輯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2743200" cy="502920"/>
          </a:xfrm>
          <a:prstGeom prst="rect">
            <a:avLst/>
          </a:prstGeom>
          <a:solidFill>
            <a:srgbClr val="FDF8EC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紅線設定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697480"/>
            <a:ext cx="2743200" cy="502920"/>
          </a:xfrm>
          <a:prstGeom prst="rect">
            <a:avLst/>
          </a:prstGeom>
          <a:solidFill>
            <a:srgbClr val="FDF8EC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「不要自己下 git」「不要搬進 iCloud」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2697480"/>
            <a:ext cx="2743200" cy="502920"/>
          </a:xfrm>
          <a:prstGeom prst="rect">
            <a:avLst/>
          </a:prstGeom>
          <a:solidFill>
            <a:srgbClr val="FDF8EC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寫進 CLAUDE.md 給下一個 session 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27432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對錯判讀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27432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案件名對嗎？合理使用引述準嗎？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3200400"/>
            <a:ext cx="27432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提供來源、修正、debug 錯誤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2743200" cy="502920"/>
          </a:xfrm>
          <a:prstGeom prst="rect">
            <a:avLst/>
          </a:prstGeom>
          <a:solidFill>
            <a:srgbClr val="FDF8EC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系統穩定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3703320"/>
            <a:ext cx="2743200" cy="502920"/>
          </a:xfrm>
          <a:prstGeom prst="rect">
            <a:avLst/>
          </a:prstGeom>
          <a:solidFill>
            <a:srgbClr val="FDF8EC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log、決定要不要改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3703320"/>
            <a:ext cx="2743200" cy="502920"/>
          </a:xfrm>
          <a:prstGeom prst="rect">
            <a:avLst/>
          </a:prstGeom>
          <a:solidFill>
            <a:srgbClr val="FDF8EC"/>
          </a:solidFill>
          <a:ln w="3810">
            <a:solidFill>
              <a:srgbClr val="E8DFC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703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自我除錯（401 token、Python 3.9 type-hint）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36" name="Image 0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律師的新角色：系統的總編輯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協作不是外包，是翻譯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你會寫法律意見書，就會寫 prompt——把律師的工作方法翻譯成系統聽得懂的語言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CLAUDE.md = 給下一個 session 的工作交辦書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80160" y="2971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律師最會寫交辦書。把專案的紅線、痛點、紀錄寫下來，下次 AI 接手不會掉鏈子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85E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80160" y="35661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公開部署 = 法律社群的公益基礎建設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8016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Pages 免費託管，全球法律社群都能用——這才是律師該蓋的東西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14" name="Image 0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E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800" kern="0" dirty="0">
                <a:solidFill>
                  <a:srgbClr val="B847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0" y="1463040"/>
            <a:ext cx="2743200" cy="274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85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4630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tyj2025.github.io/ai-copyright-lawsuits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6350">
            <a:solidFill>
              <a:srgbClr val="D5C9AE"/>
            </a:solidFill>
            <a:prstDash val="solid"/>
          </a:ln>
        </p:spPr>
      </p:sp>
      <p:pic>
        <p:nvPicPr>
          <p:cNvPr id="7" name="Image 0" descr="/sessions/eager-affectionate-cray/mnt/.claude/skills/tyj-legal-slides/assets/jane_tsai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00600"/>
            <a:ext cx="1005840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0" y="480060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27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© 蔡毓貞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律師寫不出程式，但可以寫出系統</dc:title>
  <dc:subject>PptxGenJS Presentation</dc:subject>
  <dc:creator>蔡毓貞</dc:creator>
  <cp:lastModifiedBy>蔡毓貞</cp:lastModifiedBy>
  <cp:revision>1</cp:revision>
  <dcterms:created xsi:type="dcterms:W3CDTF">2026-05-27T10:10:46Z</dcterms:created>
  <dcterms:modified xsi:type="dcterms:W3CDTF">2026-05-27T10:10:46Z</dcterms:modified>
</cp:coreProperties>
</file>